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2783DE"/>
            </a:solidFill>
            <a:ln>
              <a:solidFill>
                <a:srgbClr val="2783DE"/>
              </a:solidFill>
            </a:ln>
          </c:spPr>
          <c:cat>
            <c:strRef>
              <c:f>Sheet1!$A$2:$A$4</c:f>
              <c:strCache>
                <c:ptCount val="3"/>
                <c:pt idx="0">
                  <c:v>Auto-approved</c:v>
                </c:pt>
                <c:pt idx="1">
                  <c:v>Needs review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title>
          <c:tx>
            <c:rich>
              <a:bodyPr/>
              <a:lstStyle/>
              <a:p>
                <a:r>
                  <a:t>Documents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SIH 2026 · PS 26018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Intelligent Land Record Digitization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Reads Indian land records, validates them, scores its own confidence, and routes anything uncertain to a human.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Department of Land Resources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THE PROBLEM</a:t>
            </a:r>
          </a:p>
        </p:txBody>
      </p:sp>
      <p:sp>
        <p:nvSpPr>
          <p:cNvPr id="3" name="Claim accent"/>
          <p:cNvSpPr/>
          <p:nvPr/>
        </p:nvSpPr>
        <p:spPr>
          <a:xfrm>
            <a:off x="685800" y="2381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2890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4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 u="none">
                <a:solidFill>
                  <a:srgbClr val="2C2C2B"/>
                </a:solidFill>
                <a:latin typeface="Arial"/>
              </a:rPr>
              <a:t>A wrong khasra number is not a data error. It is a property dispute.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295900"/>
            <a:ext cx="781049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7D7A75"/>
                </a:solidFill>
                <a:latin typeface="Arial"/>
              </a:rPr>
              <a:t>Decades of khatauni and 7/12 extracts sit in tehsil offices as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WHY THIS IS HARD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Reading characters is the easy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The difficulty is knowing which field a value belongs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BILINGUAL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Value follows the final separator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REGIONAL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A bigha differs by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RIVAL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Two date fields collide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HOW IT WORKS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Three stages, each one auditable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Text layer, then OCR, then degraded mode.</a:t>
            </a:r>
          </a:p>
        </p:txBody>
      </p:sp>
      <p:sp>
        <p:nvSpPr>
          <p:cNvPr id="10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Map lines onto 17 land-record fields.</a:t>
            </a:r>
          </a:p>
        </p:txBody>
      </p:sp>
      <p:sp>
        <p:nvSpPr>
          <p:cNvPr id="14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2C2C2B"/>
                </a:solidFill>
                <a:latin typeface="Arial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Rules, master data, then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3730"/>
            <a:ext cx="4457700" cy="3510438"/>
          </a:xfrm>
          <a:prstGeom prst="roundRect">
            <a:avLst>
              <a:gd name="adj" fmla="val 3256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Page and reasoning, side by 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Each field carries a confidence bar and a one-click confirm. Clicking a value makes it editable, and trust recalculates on save. This record scored 94.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MEASURED, NOT ESTIMATED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What it does today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26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8994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85800" y="3924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783DE"/>
                </a:solidFill>
                <a:latin typeface="Arial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documents end to 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6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6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completeness, clean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6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94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342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94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average per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94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fields classified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26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26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installs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26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actions audited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ROUTING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The system sorts its own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Seven blocked is the correct answer: three are degraded scans, the rest carry real defects.</a:t>
            </a:r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85800" y="2819400"/>
          <a:ext cx="108204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VALIDATION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Rules firing on the sample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Findings name the field and the rule, so a reviewer is told what to fix.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What it caught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REQUIRED_MISSING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Mandatory field absent, 18 times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DUPLICATE_CONFLICT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Same parcel, different owner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DATE_FUTURE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Trust fell to 26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DISTRICT_UNKNOWN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Warning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Suggested 'Kanpur Nagar'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AREA_REGIONAL_UNIT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Warning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Bigha to 6,322.98 m², flagged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OWNER_FATHER_SAME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Same person in both fields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le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60683"/>
            <a:ext cx="4457700" cy="2736532"/>
          </a:xfrm>
          <a:prstGeom prst="roundRect">
            <a:avLst>
              <a:gd name="adj" fmla="val 4176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LEARNING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Corrections become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Confusions, aliases and confidence calibration are mined from human corrections. Rules activate only past a support threshold, so one typo never reshapes the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GOVERNANCE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Access control and audit are enforced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Four roles, server-side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Operators upload and correct. Inspectors approve and reject. Officers retrain and export. The audit cell is read-only. An operator attempting approval gets a 403.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Append-only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Ingestion, corrections with old and new value, approvals and rejections are written with actor and timestamp. Nothing can edit a past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27296"/>
            <a:ext cx="4457700" cy="3603307"/>
          </a:xfrm>
          <a:prstGeom prst="roundRect">
            <a:avLst>
              <a:gd name="adj" fmla="val 3172"/>
            </a:avLst>
          </a:prstGeom>
        </p:spPr>
      </p:pic>
      <p:sp>
        <p:nvSpPr>
          <p:cNvPr id="4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Reporting the department can act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Volume, pending review, trust, district progress, error frequency and per-field quality. Precision reads 0.0% rather than an invented number, because only one field is reviewed so far.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ENGINEERING CHOICES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Two decisions that make the demo survivable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Zero install. Python standard library only, plus plain HTML and JavaScript. The biggest demo risk is a venue with no internet and a failing pip install.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Honest degraded mode. With no OCR engine, a scan is blocked with trust 0 and enters the queue as work, never as a silent success.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ROADMAP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From prototype to district pilot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2333624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Working prototype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363855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987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937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Indic HTR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597217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350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Full LGD data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830580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712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Stage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DILRMP connectors</a:t>
            </a:r>
          </a:p>
        </p:txBody>
      </p:sp>
      <p:sp>
        <p:nvSpPr>
          <p:cNvPr id="19" name="Timeline marker 5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Stage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District pilot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SUMMARY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Three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431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241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A running system, not a mockup.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2385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35433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5242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Confidence is explainable, not a bare score.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4386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47434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7244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It refuses to fake success.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NOTES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Scope and limitations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85800" y="2438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00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400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PS 26018, Dept of Land Resources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003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9" name="Section label"/>
          <p:cNvSpPr txBox="1"/>
          <p:nvPr/>
        </p:nvSpPr>
        <p:spPr>
          <a:xfrm>
            <a:off x="685800" y="30480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0099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099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No dataset supplied; corpus generated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4099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85800" y="36576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6195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6195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OCR tier pluggable, not yet benchmarked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019549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7" name="Section label"/>
          <p:cNvSpPr txBox="1"/>
          <p:nvPr/>
        </p:nvSpPr>
        <p:spPr>
          <a:xfrm>
            <a:off x="685800" y="42672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291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2291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Handwriting needs an Indic HTR 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629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1" name="Section label"/>
          <p:cNvSpPr txBox="1"/>
          <p:nvPr/>
        </p:nvSpPr>
        <p:spPr>
          <a:xfrm>
            <a:off x="685800" y="48768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838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387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Bigha conversion uses UP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52387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25" name="Section label"/>
          <p:cNvSpPr txBox="1"/>
          <p:nvPr/>
        </p:nvSpPr>
        <p:spPr>
          <a:xfrm>
            <a:off x="685800" y="5486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SOURCE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5448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Source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5448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7D7A75"/>
                </a:solidFill>
                <a:latin typeface="Arial"/>
              </a:rPr>
              <a:t>Master data covers eight states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58483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SIH26018 Land Record Digitization</dc:title>
  <dc:subject/>
  <dc:creator>Notion AI</dc:creator>
  <cp:keywords/>
  <dc:description>generated using python-pptx</dc:description>
  <cp:lastModifiedBy>Notion AI</cp:lastModifiedBy>
  <cp:revision>1</cp:revision>
  <dcterms:created xsi:type="dcterms:W3CDTF">2026-09-02T18:47:55Z</dcterms:created>
  <dcterms:modified xsi:type="dcterms:W3CDTF">2026-09-02T18:47:55Z</dcterms:modified>
  <cp:category/>
</cp:coreProperties>
</file>